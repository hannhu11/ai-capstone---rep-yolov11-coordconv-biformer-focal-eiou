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4 · EVALUATION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5 · PROJECT PLAN &amp; GANTT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1 (W1–W5)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</a:defRPr>
            </a:pPr>
            <a:r>
              <a:t>Target: Review 1 Deck &amp; Cleaned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2 (W6–W8)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</a:defRPr>
            </a:pPr>
            <a:r>
              <a:t>Target: Review 2 Report &amp;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3 (W9–W11)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</a:defRPr>
            </a:pPr>
            <a:r>
              <a:t>Target: Review 3 Data &amp; Weights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4 (W12–W14)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RTSP camera pipeline, Docker packaging, IEEE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</a:defRPr>
            </a:pPr>
            <a:r>
              <a:t>Target: RTSP Demo &amp; Paper Draft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 5 (W15)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00">
                <a:solidFill>
                  <a:srgbClr val="0F172A"/>
                </a:solidFill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</a:defRPr>
            </a:pPr>
            <a:r>
              <a:t>Target: Thesis Book &amp; Defense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Nguyễn Hàn Như (Lead · SE183644): Overall network architecture, custom PyTorch modules, and IEEE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6 · RESEARCH PAPER PLAN (IEEE TRANSACTIONS)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Scientific Publication Plan: Targeting IEEE Transactions (Q1)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53312"/>
            <a:ext cx="2377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TARGET PUBLICATION 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F172A"/>
                </a:solidFill>
              </a:defRPr>
            </a:pPr>
            <a:r>
              <a:t>IEEE Transactions on Industrial Informatics (IEEE TII) — Q1 Top-Tier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</a:defRPr>
            </a:pPr>
            <a:r>
              <a:t>Impact Factor: 11.7 · CiteScore: 21.0 · Alternative Targets: IEEE TPAMI / IEEE TIM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Manuscript Status: 10-page master research paper fully drafted in IEEEtran format (Rep-YOLO11s_Master_Paper_IEEE.pdf).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Phase 4 (Writing &amp; Peer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Phase 5 &amp; Post-Defense: Formal journal submission to IEEE Transactions; public release of models and datasets on GitHub.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Publication-grade research combining mathematical proofs, extensive empirical evidence, and open-source industrial contributions.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7 · RISK ASSESSMENT &amp; MITIGATION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Proactive Risk Analysis &amp; Engineering Mitigation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MED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050">
                <a:solidFill>
                  <a:srgbClr val="0F172A"/>
                </a:solidFill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/>
              </a:defRPr>
            </a:pPr>
            <a:r>
              <a:t>CRITERION 8 · EXPECTED OUTCOMES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Final Deliverables &amp; 8-Point Project 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b="1" sz="1050">
                <a:solidFill>
                  <a:srgbClr val="2563EB"/>
                </a:solidFill>
              </a:defRPr>
            </a:pPr>
            <a:r>
              <a:t>5. IEEE Q1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</a:defRPr>
            </a:pPr>
            <a:r>
              <a:t>10-page master paper ready for submission to IEEE Transactions on Industrial Informatics (IEEE TII).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/>
              </a:defRPr>
            </a:pPr>
            <a:r>
              <a:t>A comprehensive, publication-grade AI capstone delivering high-accuracy helmet surveillance, robust software, and IEEE Q1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